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308F8-F30D-28C9-D625-7CCABE8C4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58E1-479B-DCE3-E73D-D62C7BD1E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0634F-7DB2-8A9D-EAB2-DB5EA4AB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C3ACA-A42E-7925-4FBF-DA5BAD2A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0CC89-057F-FD3D-5B69-043DE4E7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2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AC8F-F50D-6153-30A8-0C9F88A3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338B-4F42-A638-66B1-ABB7D1EA2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A44BA-14C4-EC17-563C-1BCAB0B1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E5AF2-A3E9-215B-472B-DC8F84F4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2713B-7582-9167-1B0E-0F11A03B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9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3DCC-FD71-1C2D-4CC2-1FA341AA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BE55B-F6C2-8D55-DCFA-474313E6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A15A-A29C-1679-9E01-C73B06B3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7496A-33D1-6342-9011-50B8780B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7193-6488-C233-DC28-45A0D248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46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9078-F9F9-D0F7-810A-A91172AC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DB04B-F9EC-8B3D-D5DE-2D4B21515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1445B-AC2A-52DC-95CD-831BC8262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4E197-A4AD-7FD8-733C-5D29F802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010D5-7E9F-0A46-7764-9C83943D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EA78B-8EA4-A35D-3D1C-CC92BE2E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1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7D3BE-A2D6-DD29-745D-DD9D22C6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16D41-75D2-41AF-4A5B-430F369B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07743-DB19-81FA-AFB0-75F42385A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250F3-7F72-FB96-1F3F-499419C53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B6C86-186C-480F-3037-AAE8132A2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CA9530-9AD3-2782-EE1C-3C98AE39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7CEB1-F971-3F7B-AD51-4B50A27D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A89D4-AE32-B735-4BCC-6A1CFCA5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163F-F20F-8823-28EE-3A8A77A4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20B4E-142D-421E-8AB4-33CD7550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20A47-99B4-61A5-B4EA-D095B9B3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4A65A-16CD-A8ED-7248-D68EC2F0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2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14A9F-CAF0-061A-00EF-036FF352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4DAC6A-497F-FB90-D88E-F1ADC407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51792-8430-80B5-2D0F-4A53F866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1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E5F5-FE12-5EAA-BAAA-2AB01CF3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A200B-A22D-6813-7BF5-EFE898470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62698-B07E-6FBF-5B03-1C7B39F2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69CD3-4A50-D712-90DF-E0ADB0DF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C976C-4B46-94A6-39B9-7198E284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69CEB-D139-148D-0C4D-9FD353C3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8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CC7D-A4A6-02C3-171B-71BB4B32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C7BF7-B018-5DFA-14FF-82037450E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19CD5-59E4-5C56-85E9-2B1FCB25A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4B920-90B2-1783-89D4-479645DAC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CE869-43E2-DC16-0D4F-950BA783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7E5FE-2F4A-2237-F661-391EA0AA4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6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210D-1CD0-D52F-ACCA-F1972812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68100-16E5-7EBA-FB17-09753E3AE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141A3-C6FD-8DA5-6ADA-B1E2B3B5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75C8-EAD4-FF64-07FE-0B338166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3C654-2E66-F736-6584-CFDB7681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9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E92EC-5A60-7DA6-0864-7D7DAD480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AD066-4861-2DC3-3BA1-2D1C66298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8737E-7C37-4623-37DB-042CA094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F3B4B-43CE-12E5-F136-77F3AC1D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96846-BC11-0B1B-2CEF-C5D99BE0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0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1BD722-DC8F-50E8-1A33-A33A6112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9C84E-6798-A814-6976-B94563980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53C0D-699E-6151-ED77-A5410183C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7682F-876A-45D7-8AC5-583C0B695EB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C8A56-63C9-7920-D82F-7E7E87104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A26D9-BD12-E6B4-5A95-F9ADA4219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85870-4907-4C68-B527-0BB43BED4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1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BE3D26-A50C-02F9-D776-F65CC596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915"/>
            <a:ext cx="12192000" cy="585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9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2025-03-28T06:13:03Z</dcterms:created>
  <dcterms:modified xsi:type="dcterms:W3CDTF">2025-03-28T09:43:44Z</dcterms:modified>
</cp:coreProperties>
</file>